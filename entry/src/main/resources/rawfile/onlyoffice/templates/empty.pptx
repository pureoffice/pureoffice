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9273" autoAdjust="0"/>
  </p:normalViewPr>
  <p:slideViewPr>
    <p:cSldViewPr snapToGrid="0">
      <p:cViewPr varScale="1">
        <p:scale>
          <a:sx n="132" d="100"/>
          <a:sy n="132" d="100"/>
        </p:scale>
        <p:origin x="4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zh-CN" smtClean="0"/>
              <a:t>11/1/2013</a:t>
            </a:fld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zh-CN" smtClean="0"/>
              <a:t>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smtClean="0"/>
              <a:t>Click to edit Master subtitle style</a:t>
            </a:r>
            <a:endParaRPr 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64766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99827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2047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31647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99388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4269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423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1079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smtClean="0"/>
              <a:t>Click icon to add picture</a:t>
            </a:r>
            <a:endParaRPr lang="zh-C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1447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261293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4998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smtClean="0"/>
              <a:t>Click to edit Master title style</a:t>
            </a:r>
            <a:endParaRPr lang="zh-C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zh-CN" smtClean="0"/>
              <a:t>01.11.2013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12827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</cp:coreProperties>
</file>