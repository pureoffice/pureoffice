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89273" autoAdjust="0"/>
  </p:normalViewPr>
  <p:slideViewPr>
    <p:cSldViewPr snapToGrid="0">
      <p:cViewPr varScale="1">
        <p:scale>
          <a:sx n="132" d="100"/>
          <a:sy n="132" d="100"/>
        </p:scale>
        <p:origin x="43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16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2E96E-41F7-40C5-8419-297958CC00FA}" type="datetimeFigureOut">
              <a:rPr lang="en-US" smtClean="0"/>
              <a:t>11/1/2013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999B8-B6B4-4561-A3CD-BBCDAB9FC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286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6999B8-B6B4-4561-A3CD-BBCDAB9FC9D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644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66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277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475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475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888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27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39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9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477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293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81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18F51-09EC-435C-A3BA-64A766E099C0}" type="datetimeFigureOut">
              <a:rPr lang="en-US" smtClean="0"/>
              <a:t>01.11.2013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271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6011969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1</Words>
  <Application>Microsoft Office PowerPoint</Application>
  <PresentationFormat>On-screen Show (16:9)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</cp:coreProperties>
</file>