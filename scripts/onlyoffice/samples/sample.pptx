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p>
            <a:r>
              <a:rPr lang="ru-RU"/>
              <a:t>POC2-PPTX-ОБРАЗЕЦ-1788369680217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>
  <dc:title>POC2 PPTX</dc:title>
</cp:coreProperties>
</file>