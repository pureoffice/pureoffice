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>
          <a:xfrm>
            <a:off x="609600" y="548640"/>
            <a:ext cx="10972800" cy="2286000"/>
          </a:xfrm>
          <a:prstGeom prst="rect">
            <a:avLst/>
          </a:prstGeom>
          <a:solidFill>
            <a:srgbClr val="EEF0F6"/>
          </a:solidFill>
          <a:ln w="19050">
            <a:solidFill>
              <a:srgbClr val="2B579A"/>
            </a:solidFill>
          </a:ln>
        </p:spPr>
        <p:txBody>
          <a:bodyPr anchor="ctr" anchorCtr="1">
            <a:normAutofit/>
          </a:bodyPr>
          <a:lstStyle/>
          <a:p>
            <a:pPr algn="ctr"/>
            <a:r>
              <a:rPr lang="ru-RU" sz="3600" b="1">
                <a:solidFill>
                  <a:srgbClr val="1B2A4A"/>
                </a:solidFill>
                <a:latin typeface="Arial"/>
              </a:rPr>
              <a:t>POC2-PPTX-ОБРАЗЕЦ-1788369680217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core.xml><?xml version="1.0" encoding="utf-8"?>
<cp:coreProperties xmlns:cp="http://schemas.openxmlformats.org/package/2006/metadata/core-properties" xmlns:dc="http://purl.org/dc/elements/1.1/">
  <dc:title>POC2 PPTX</dc:title>
</cp:coreProperties>
</file>